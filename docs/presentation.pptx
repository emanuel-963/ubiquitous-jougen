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Apresentação: EIS Analytics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docs/PRESENTATION.md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